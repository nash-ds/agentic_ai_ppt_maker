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Computer Science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Computer Science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A Computer Science student studies computation, information, and automation.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The discipline covers theoretical foundations, algorithmic design, and practical computing system implementation.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CS students develop a strong foundation in mathematics and logic, with coursework including: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0064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Problem-Solving and Computational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Programming in multiple languages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Database management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Operating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8B451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Innovation and Digital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Effective problem-solving is the core goal for many CS students, who learn to break down complex problems into smaller components using code and computational thinking.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Career paths for graduates are diverse and high in demand, ranging from: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Software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00008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"Convergence of Data Science, Cybersecurity, and Artificial Intelligence Research"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Data Science</a:t>
            </a:r>
          </a:p>
          <a:p>
            <a:pPr>
              <a:spcAft>
                <a:spcPts val="800"/>
              </a:spcAft>
              <a:defRPr sz="1800" b="0">
                <a:solidFill>
                  <a:srgbClr val="006400"/>
                </a:solidFill>
              </a:defRPr>
            </a:pPr>
            <a:r>
              <a:t>Cybersecurity</a:t>
            </a:r>
          </a:p>
          <a:p>
            <a:pPr>
              <a:spcAft>
                <a:spcPts val="800"/>
              </a:spcAft>
              <a:defRPr sz="1800" b="0">
                <a:solidFill>
                  <a:srgbClr val="8B4513"/>
                </a:solidFill>
              </a:defRPr>
            </a:pPr>
            <a:r>
              <a:t>Artificial Intelligence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Innovative Problem-Solving in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 b="0">
                <a:solidFill>
                  <a:srgbClr val="003366"/>
                </a:solidFill>
              </a:defRPr>
            </a:pPr>
            <a:r>
              <a:t>CS students are trained to be innovators building the digital tools of the future.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91440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