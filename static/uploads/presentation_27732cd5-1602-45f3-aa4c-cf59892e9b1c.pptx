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Voyager Program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"Voyager Program: Pioneering Interstellar Exploration"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Voyager Program: A Historic Space Mission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Launched by NASA in 1977, the Voyager program consists of two robotic probes.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The rare planetary alignment allowed for gravity assists from Jupiter and Saturn, enabling a significant reduction in travel time and fuel.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Saturn Exploration and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Primary mission objectives include exploring Jupiter and Saturn, their major moons, magnetospheres, and rings.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Key discoveries at Jupiter included: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High-resolution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8B45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Legacy of the Voyager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New moons: Metis, Adrastea, and Thebe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Active volcanoes on Io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Detailed data on the Great Red Spot and atmosphere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0000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"Voyager's Legacy in Our Solar System"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At Saturn, Voyager 1 captured stunning images of the ring system, revealing intricate details. Voyager 2 confirmed a dense, nitrogen-rich atmosphere on Titan.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Voyager 1 used its final gravity assist to enter interstellar space, becoming the first probe to do so. Voyager 2 continued its journey to the distant ice giants.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