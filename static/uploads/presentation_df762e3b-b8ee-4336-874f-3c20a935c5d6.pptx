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Information Retrieval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</a:defRPr>
            </a:pPr>
            <a:r>
              <a:t>Generated by Agentic AI PPT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"Defining User Information Needs 📝"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Query is a user's formal statement of information need.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Search Engine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It typically involves keywords or phrases like "latest news on AI".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Indexing and Document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Indexing is a crucial preprocessing step that analyzes and organizes documents for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Query Formulation and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Creating an Inverted Index map helps store terms efficiently.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Mathematical Models for 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IR systems employ mathematical models such as the Boolean Model or Vector Space Model to calculate relevance scores.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"Ranked Algorithmic Results Presentation"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Results are presented in a sorted list through ranking algorithms.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